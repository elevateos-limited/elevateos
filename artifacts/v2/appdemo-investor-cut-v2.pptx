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Landing Full</a:t>
            </a:r>
          </a:p>
        </p:txBody>
      </p:sp>
      <p:pic>
        <p:nvPicPr>
          <p:cNvPr id="3" name="Picture 2" descr="01-landing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3414117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Dashboard</a:t>
            </a:r>
          </a:p>
        </p:txBody>
      </p:sp>
      <p:pic>
        <p:nvPicPr>
          <p:cNvPr id="3" name="Picture 2" descr="02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71437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Study</a:t>
            </a:r>
          </a:p>
        </p:txBody>
      </p:sp>
      <p:pic>
        <p:nvPicPr>
          <p:cNvPr id="3" name="Picture 2" descr="03-stud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71437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Worksheets</a:t>
            </a:r>
          </a:p>
        </p:txBody>
      </p:sp>
      <p:pic>
        <p:nvPicPr>
          <p:cNvPr id="3" name="Picture 2" descr="04-workshee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71437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Pastpapers</a:t>
            </a:r>
          </a:p>
        </p:txBody>
      </p:sp>
      <p:pic>
        <p:nvPicPr>
          <p:cNvPr id="3" name="Picture 2" descr="05-pastpap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71437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Admissions</a:t>
            </a:r>
          </a:p>
        </p:txBody>
      </p:sp>
      <p:pic>
        <p:nvPicPr>
          <p:cNvPr id="3" name="Picture 2" descr="06-admiss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71437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Internships</a:t>
            </a:r>
          </a:p>
        </p:txBody>
      </p:sp>
      <p:pic>
        <p:nvPicPr>
          <p:cNvPr id="3" name="Picture 2" descr="07-internshi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71437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Planner</a:t>
            </a:r>
          </a:p>
        </p:txBody>
      </p:sp>
      <p:pic>
        <p:nvPicPr>
          <p:cNvPr id="3" name="Picture 2" descr="08-pl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71437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Settings</a:t>
            </a:r>
          </a:p>
        </p:txBody>
      </p:sp>
      <p:pic>
        <p:nvPicPr>
          <p:cNvPr id="3" name="Picture 2" descr="09-sett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71437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Pricing Full</a:t>
            </a:r>
          </a:p>
        </p:txBody>
      </p:sp>
      <p:pic>
        <p:nvPicPr>
          <p:cNvPr id="3" name="Picture 2" descr="10-pricing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71437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